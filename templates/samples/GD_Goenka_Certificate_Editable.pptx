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666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9991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pt.wikipedia.org/wiki/C%C3%B3digo_QR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8869680" cy="6583680"/>
          </a:xfrm>
          <a:prstGeom prst="rect">
            <a:avLst/>
          </a:prstGeom>
          <a:ln w="28575">
            <a:solidFill>
              <a:srgbClr val="C9A2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6888" y="246888"/>
            <a:ext cx="8650224" cy="6364224"/>
          </a:xfrm>
          <a:prstGeom prst="rect">
            <a:avLst/>
          </a:prstGeom>
          <a:ln w="9525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3200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GD GOENKA UNIVERSITY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34061" y="703557"/>
            <a:ext cx="5760720" cy="2468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hi-IN" sz="1100" dirty="0"/>
              <a:t>यूजीसी </a:t>
            </a:r>
            <a:r>
              <a:rPr lang="en-US" sz="1100" dirty="0"/>
              <a:t> </a:t>
            </a:r>
            <a:r>
              <a:rPr lang="hi-IN" sz="1100" dirty="0"/>
              <a:t>तथा राष्ट्रीय व्यावसायिक शिक्षा एवं प्रशिक्षण परिषद (एनसीवीईटी) द्वारा मान्यता प्राप्त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77440" y="89611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51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Recognised by UGC &amp; NCVET</a:t>
            </a:r>
            <a:endParaRPr lang="en-US" sz="1051" dirty="0"/>
          </a:p>
        </p:txBody>
      </p:sp>
      <p:sp>
        <p:nvSpPr>
          <p:cNvPr id="13" name="Text 11"/>
          <p:cNvSpPr/>
          <p:nvPr/>
        </p:nvSpPr>
        <p:spPr>
          <a:xfrm>
            <a:off x="2377440" y="111556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C9A22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कौशल </a:t>
            </a:r>
            <a:r>
              <a:rPr lang="en-US" sz="1200" b="1" dirty="0">
                <a:solidFill>
                  <a:srgbClr val="C9A22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योग्यता</a:t>
            </a:r>
            <a:r>
              <a:rPr lang="en-US" sz="1300" b="1" dirty="0">
                <a:solidFill>
                  <a:srgbClr val="C9A22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प्रमाणपत्र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77440" y="135331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Certificate for Skill Competency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04509" y="357194"/>
            <a:ext cx="1234440" cy="1417320"/>
          </a:xfrm>
          <a:prstGeom prst="rect">
            <a:avLst/>
          </a:prstGeom>
          <a:solidFill>
            <a:srgbClr val="F5F5F5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360920" y="365760"/>
            <a:ext cx="1234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277001" y="1821661"/>
            <a:ext cx="997406" cy="2114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No: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03720" y="20574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endParaRPr lang="en-US" sz="1051" dirty="0"/>
          </a:p>
        </p:txBody>
      </p:sp>
      <p:sp>
        <p:nvSpPr>
          <p:cNvPr id="19" name="Shape 17"/>
          <p:cNvSpPr/>
          <p:nvPr/>
        </p:nvSpPr>
        <p:spPr>
          <a:xfrm>
            <a:off x="6903720" y="2234241"/>
            <a:ext cx="1737360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2920" y="2415173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11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to certify that Mr./Ms./Mx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53263" y="2121408"/>
            <a:ext cx="3161537" cy="2285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606040" y="2652916"/>
            <a:ext cx="6035040" cy="10461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872373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11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of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34440" y="2872373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234440" y="3091829"/>
            <a:ext cx="2331720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03320" y="2872373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11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of Birth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2872373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3091829"/>
            <a:ext cx="1371600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2872373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11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Enrolment No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32320" y="2872373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018421" y="3091829"/>
            <a:ext cx="1622659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329573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successfully cleared the assessment in the job role/qualification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3730047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 flipV="1">
            <a:off x="4780547" y="3554111"/>
            <a:ext cx="3816366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813993"/>
            <a:ext cx="960120" cy="24012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11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Duration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463040" y="4214679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234440" y="4034637"/>
            <a:ext cx="2377440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03320" y="3813993"/>
            <a:ext cx="457200" cy="24012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11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160520" y="4214679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160520" y="4034637"/>
            <a:ext cx="2148840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3813993"/>
            <a:ext cx="822960" cy="24012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11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%/Grade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223760" y="4214679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66344" y="4293893"/>
            <a:ext cx="1188720" cy="24012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11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of Issue: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737360" y="44348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426464" y="4484972"/>
            <a:ext cx="2148840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09360" y="5806441"/>
            <a:ext cx="2103120" cy="0"/>
          </a:xfrm>
          <a:prstGeom prst="line">
            <a:avLst/>
          </a:prstGeom>
          <a:noFill/>
          <a:ln w="9525">
            <a:solidFill>
              <a:srgbClr val="22222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804" y="5887073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51" dirty="0">
                <a:solidFill>
                  <a:srgbClr val="222222"/>
                </a:solidFill>
                <a:latin typeface="Arial" pitchFamily="34" charset="0"/>
                <a:cs typeface="Arial" pitchFamily="34" charset="-120"/>
              </a:rPr>
              <a:t>Program Director</a:t>
            </a:r>
            <a:endParaRPr lang="en-US" sz="1051" dirty="0"/>
          </a:p>
        </p:txBody>
      </p:sp>
      <p:pic>
        <p:nvPicPr>
          <p:cNvPr id="79" name="Picture 2">
            <a:extLst>
              <a:ext uri="{FF2B5EF4-FFF2-40B4-BE49-F238E27FC236}">
                <a16:creationId xmlns:a16="http://schemas.microsoft.com/office/drawing/2014/main" id="{A598B6BE-C472-9F9D-8A22-9AFFF80E6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80" y="372596"/>
            <a:ext cx="1202480" cy="1202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AD84BA4C-DB8A-4947-51E4-A3C48CB48E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53410" y="5101019"/>
            <a:ext cx="1410843" cy="1410843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4A97A97B-BEA1-2D05-E6C6-5C3DD4635A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4303" y="6139959"/>
            <a:ext cx="1671601" cy="38725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Text 76"/>
          <p:cNvSpPr/>
          <p:nvPr/>
        </p:nvSpPr>
        <p:spPr>
          <a:xfrm>
            <a:off x="297180" y="61941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Digitally verified Certificate</a:t>
            </a:r>
            <a:endParaRPr lang="en-US" sz="9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380</TotalTime>
  <Words>76</Words>
  <Application>Microsoft Office PowerPoint</Application>
  <PresentationFormat>On-screen Show (4:3)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Georgia</vt:lpstr>
      <vt:lpstr>Nirmala UI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Virat Singh</cp:lastModifiedBy>
  <cp:revision>5</cp:revision>
  <dcterms:created xsi:type="dcterms:W3CDTF">2026-07-22T10:22:38Z</dcterms:created>
  <dcterms:modified xsi:type="dcterms:W3CDTF">2026-07-23T08:30:37Z</dcterms:modified>
</cp:coreProperties>
</file>